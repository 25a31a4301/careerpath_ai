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203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43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FBE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58214" y="2030492"/>
            <a:ext cx="15877384" cy="21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72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CareerPath AI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CDDCF5"/>
                </a:solidFill>
                <a:latin typeface="Calibri (MS)"/>
                <a:ea typeface="Calibri (MS)"/>
                <a:cs typeface="Calibri (MS)"/>
                <a:sym typeface="Calibri (MS)"/>
              </a:rPr>
              <a:t>Explore careers. Discover your strengths. Build your path.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9391" y="5597471"/>
            <a:ext cx="14641982" cy="176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2FBEB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Hackathon Project Presentation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personalized career exploration for students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449859"/>
            <a:ext cx="15328316" cy="656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Students often choose careers without a clear understanding of their interests, strengths and suitable career options.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Generic career advice gives the same information to many students instead of creating a personalized path.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Students may not know which skills, projects and learning resources are relevant to a chosen career.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Career decisions can therefore feel confusing, time-consuming and difficult to validate.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203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764" y="1576664"/>
            <a:ext cx="15877384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CareerPath AI — a personalized career exploration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6842" y="2390746"/>
            <a:ext cx="15328316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Collects a student's interests, strengths, preferences and goals.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Uses AI to analyze the profile and identify relevant career paths.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Explains why each suggested path matches the student's inputs.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Provides a structured roadmap of skills and next steps to explore.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Turns a confusing career choice into an actionable journey.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How It Works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719" y="2738199"/>
            <a:ext cx="3651885" cy="4406846"/>
            <a:chOff x="0" y="0"/>
            <a:chExt cx="4869180" cy="5875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69180" cy="5875782"/>
            </a:xfrm>
            <a:custGeom>
              <a:avLst/>
              <a:gdLst/>
              <a:ahLst/>
              <a:cxnLst/>
              <a:rect r="r" b="b" t="t" l="l"/>
              <a:pathLst>
                <a:path h="5875782" w="4869180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4057650" y="0"/>
                  </a:lnTo>
                  <a:cubicBezTo>
                    <a:pt x="4505833" y="0"/>
                    <a:pt x="4869180" y="363347"/>
                    <a:pt x="4869180" y="811530"/>
                  </a:cubicBezTo>
                  <a:lnTo>
                    <a:pt x="4869180" y="5064252"/>
                  </a:lnTo>
                  <a:cubicBezTo>
                    <a:pt x="4869180" y="5512435"/>
                    <a:pt x="4505833" y="5875782"/>
                    <a:pt x="4057650" y="5875782"/>
                  </a:cubicBezTo>
                  <a:lnTo>
                    <a:pt x="811530" y="5875782"/>
                  </a:lnTo>
                  <a:cubicBezTo>
                    <a:pt x="363347" y="5875782"/>
                    <a:pt x="0" y="5512435"/>
                    <a:pt x="0" y="506425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1E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26842" y="3058030"/>
            <a:ext cx="2905630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6842" y="4106589"/>
            <a:ext cx="2905630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Profile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842" y="5282879"/>
            <a:ext cx="2905630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Interests • strengths • preferences • goals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09003" y="2738199"/>
            <a:ext cx="3651885" cy="4406846"/>
            <a:chOff x="0" y="0"/>
            <a:chExt cx="4869180" cy="5875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9180" cy="5875782"/>
            </a:xfrm>
            <a:custGeom>
              <a:avLst/>
              <a:gdLst/>
              <a:ahLst/>
              <a:cxnLst/>
              <a:rect r="r" b="b" t="t" l="l"/>
              <a:pathLst>
                <a:path h="5875782" w="4869180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4057650" y="0"/>
                  </a:lnTo>
                  <a:cubicBezTo>
                    <a:pt x="4505833" y="0"/>
                    <a:pt x="4869180" y="363347"/>
                    <a:pt x="4869180" y="811530"/>
                  </a:cubicBezTo>
                  <a:lnTo>
                    <a:pt x="4869180" y="5064252"/>
                  </a:lnTo>
                  <a:cubicBezTo>
                    <a:pt x="4869180" y="5512435"/>
                    <a:pt x="4505833" y="5875782"/>
                    <a:pt x="4057650" y="5875782"/>
                  </a:cubicBezTo>
                  <a:lnTo>
                    <a:pt x="811530" y="5875782"/>
                  </a:lnTo>
                  <a:cubicBezTo>
                    <a:pt x="363347" y="5875782"/>
                    <a:pt x="0" y="5512435"/>
                    <a:pt x="0" y="506425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1E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582126" y="3058030"/>
            <a:ext cx="2905630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82126" y="4106589"/>
            <a:ext cx="2905630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82126" y="5282879"/>
            <a:ext cx="2905630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responses and identify patterns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64288" y="2738199"/>
            <a:ext cx="3651885" cy="4406846"/>
            <a:chOff x="0" y="0"/>
            <a:chExt cx="4869180" cy="58757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69180" cy="5875782"/>
            </a:xfrm>
            <a:custGeom>
              <a:avLst/>
              <a:gdLst/>
              <a:ahLst/>
              <a:cxnLst/>
              <a:rect r="r" b="b" t="t" l="l"/>
              <a:pathLst>
                <a:path h="5875782" w="4869180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4057650" y="0"/>
                  </a:lnTo>
                  <a:cubicBezTo>
                    <a:pt x="4505833" y="0"/>
                    <a:pt x="4869180" y="363347"/>
                    <a:pt x="4869180" y="811530"/>
                  </a:cubicBezTo>
                  <a:lnTo>
                    <a:pt x="4869180" y="5064252"/>
                  </a:lnTo>
                  <a:cubicBezTo>
                    <a:pt x="4869180" y="5512435"/>
                    <a:pt x="4505833" y="5875782"/>
                    <a:pt x="4057650" y="5875782"/>
                  </a:cubicBezTo>
                  <a:lnTo>
                    <a:pt x="811530" y="5875782"/>
                  </a:lnTo>
                  <a:cubicBezTo>
                    <a:pt x="363347" y="5875782"/>
                    <a:pt x="0" y="5512435"/>
                    <a:pt x="0" y="506425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1EB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837410" y="3058030"/>
            <a:ext cx="2905630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7410" y="4106589"/>
            <a:ext cx="2905630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Career Matching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7410" y="5282879"/>
            <a:ext cx="2905630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Map the profile to suitable career paths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19572" y="2738199"/>
            <a:ext cx="3651885" cy="4406846"/>
            <a:chOff x="0" y="0"/>
            <a:chExt cx="4869180" cy="5875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69180" cy="5875782"/>
            </a:xfrm>
            <a:custGeom>
              <a:avLst/>
              <a:gdLst/>
              <a:ahLst/>
              <a:cxnLst/>
              <a:rect r="r" b="b" t="t" l="l"/>
              <a:pathLst>
                <a:path h="5875782" w="4869180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4057650" y="0"/>
                  </a:lnTo>
                  <a:cubicBezTo>
                    <a:pt x="4505833" y="0"/>
                    <a:pt x="4869180" y="363347"/>
                    <a:pt x="4869180" y="811530"/>
                  </a:cubicBezTo>
                  <a:lnTo>
                    <a:pt x="4869180" y="5064252"/>
                  </a:lnTo>
                  <a:cubicBezTo>
                    <a:pt x="4869180" y="5512435"/>
                    <a:pt x="4505833" y="5875782"/>
                    <a:pt x="4057650" y="5875782"/>
                  </a:cubicBezTo>
                  <a:lnTo>
                    <a:pt x="811530" y="5875782"/>
                  </a:lnTo>
                  <a:cubicBezTo>
                    <a:pt x="363347" y="5875782"/>
                    <a:pt x="0" y="5512435"/>
                    <a:pt x="0" y="506425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1E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092695" y="3058030"/>
            <a:ext cx="2905630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92695" y="4106589"/>
            <a:ext cx="2905630" cy="10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Personalized Path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92695" y="5282879"/>
            <a:ext cx="2905630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Show reasons, skills and next steps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Key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253482"/>
            <a:ext cx="15465590" cy="669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Personalized career discovery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Interest and strengths assessment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AI-based career recommendations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Explanation of why a career matches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Skill-gap and learning roadmap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Simple, student-friendly interface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Interactive exploration instead of one-time advice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Career-focused next actions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203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Where AI Is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764" y="1576664"/>
            <a:ext cx="15877384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 is used to personalize the experience rather than simply display static career information.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6842" y="2322109"/>
            <a:ext cx="15328316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Profile understanding — interpret natural-language interests and preferences.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Pattern analysis — identify strengths and career-relevant signals.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Career matching — connect the profile with relevant career paths.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Personalized explanation — generate understandable reasons for recommendations.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Roadmap generation — suggest skills and learning steps aligned with the selected path.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Prototype / User Journey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7817" y="2875464"/>
            <a:ext cx="2896914" cy="2759640"/>
            <a:chOff x="0" y="0"/>
            <a:chExt cx="3862553" cy="3679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2578" cy="3679571"/>
            </a:xfrm>
            <a:custGeom>
              <a:avLst/>
              <a:gdLst/>
              <a:ahLst/>
              <a:cxnLst/>
              <a:rect r="r" b="b" t="t" l="l"/>
              <a:pathLst>
                <a:path h="3679571" w="386257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249295" y="0"/>
                  </a:lnTo>
                  <a:cubicBezTo>
                    <a:pt x="3588004" y="0"/>
                    <a:pt x="3862578" y="274574"/>
                    <a:pt x="3862578" y="613283"/>
                  </a:cubicBezTo>
                  <a:lnTo>
                    <a:pt x="3862578" y="3066288"/>
                  </a:lnTo>
                  <a:cubicBezTo>
                    <a:pt x="3862578" y="3404997"/>
                    <a:pt x="3588004" y="3679571"/>
                    <a:pt x="324929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769DC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11126" y="3233404"/>
            <a:ext cx="2356561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312" y="4047477"/>
            <a:ext cx="2287934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opens CareerPath AI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06216" y="3774853"/>
            <a:ext cx="411804" cy="754971"/>
            <a:chOff x="0" y="0"/>
            <a:chExt cx="549072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021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21">
                  <a:moveTo>
                    <a:pt x="0" y="0"/>
                  </a:moveTo>
                  <a:lnTo>
                    <a:pt x="274574" y="0"/>
                  </a:lnTo>
                  <a:lnTo>
                    <a:pt x="549021" y="503301"/>
                  </a:lnTo>
                  <a:lnTo>
                    <a:pt x="274574" y="1006602"/>
                  </a:lnTo>
                  <a:lnTo>
                    <a:pt x="0" y="1006602"/>
                  </a:lnTo>
                  <a:lnTo>
                    <a:pt x="274574" y="503301"/>
                  </a:lnTo>
                  <a:close/>
                </a:path>
              </a:pathLst>
            </a:custGeom>
            <a:solidFill>
              <a:srgbClr val="2FBEB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48131" y="2875464"/>
            <a:ext cx="2896914" cy="2759640"/>
            <a:chOff x="0" y="0"/>
            <a:chExt cx="3862553" cy="3679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62578" cy="3679571"/>
            </a:xfrm>
            <a:custGeom>
              <a:avLst/>
              <a:gdLst/>
              <a:ahLst/>
              <a:cxnLst/>
              <a:rect r="r" b="b" t="t" l="l"/>
              <a:pathLst>
                <a:path h="3679571" w="386257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249295" y="0"/>
                  </a:lnTo>
                  <a:cubicBezTo>
                    <a:pt x="3588004" y="0"/>
                    <a:pt x="3862578" y="274574"/>
                    <a:pt x="3862578" y="613283"/>
                  </a:cubicBezTo>
                  <a:lnTo>
                    <a:pt x="3862578" y="3066288"/>
                  </a:lnTo>
                  <a:cubicBezTo>
                    <a:pt x="3862578" y="3404997"/>
                    <a:pt x="3588004" y="3679571"/>
                    <a:pt x="324929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769D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511450" y="3233404"/>
            <a:ext cx="2356561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2626" y="4047477"/>
            <a:ext cx="2287934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Answers profile questions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06529" y="3774853"/>
            <a:ext cx="411804" cy="754971"/>
            <a:chOff x="0" y="0"/>
            <a:chExt cx="549072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9021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21">
                  <a:moveTo>
                    <a:pt x="0" y="0"/>
                  </a:moveTo>
                  <a:lnTo>
                    <a:pt x="274574" y="0"/>
                  </a:lnTo>
                  <a:lnTo>
                    <a:pt x="549021" y="503301"/>
                  </a:lnTo>
                  <a:lnTo>
                    <a:pt x="274574" y="1006602"/>
                  </a:lnTo>
                  <a:lnTo>
                    <a:pt x="0" y="1006602"/>
                  </a:lnTo>
                  <a:lnTo>
                    <a:pt x="274574" y="503301"/>
                  </a:lnTo>
                  <a:close/>
                </a:path>
              </a:pathLst>
            </a:custGeom>
            <a:solidFill>
              <a:srgbClr val="2FBEB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748445" y="2875464"/>
            <a:ext cx="2896914" cy="2759640"/>
            <a:chOff x="0" y="0"/>
            <a:chExt cx="3862553" cy="3679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62578" cy="3679571"/>
            </a:xfrm>
            <a:custGeom>
              <a:avLst/>
              <a:gdLst/>
              <a:ahLst/>
              <a:cxnLst/>
              <a:rect r="r" b="b" t="t" l="l"/>
              <a:pathLst>
                <a:path h="3679571" w="386257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249295" y="0"/>
                  </a:lnTo>
                  <a:cubicBezTo>
                    <a:pt x="3588004" y="0"/>
                    <a:pt x="3862578" y="274574"/>
                    <a:pt x="3862578" y="613283"/>
                  </a:cubicBezTo>
                  <a:lnTo>
                    <a:pt x="3862578" y="3066288"/>
                  </a:lnTo>
                  <a:cubicBezTo>
                    <a:pt x="3862578" y="3404997"/>
                    <a:pt x="3588004" y="3679571"/>
                    <a:pt x="324929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769DC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011763" y="3233404"/>
            <a:ext cx="2356561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ANALYZE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52940" y="4047477"/>
            <a:ext cx="2287934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AI processes the responses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06843" y="3774853"/>
            <a:ext cx="411804" cy="754971"/>
            <a:chOff x="0" y="0"/>
            <a:chExt cx="549072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21">
                  <a:moveTo>
                    <a:pt x="0" y="0"/>
                  </a:moveTo>
                  <a:lnTo>
                    <a:pt x="274574" y="0"/>
                  </a:lnTo>
                  <a:lnTo>
                    <a:pt x="549021" y="503301"/>
                  </a:lnTo>
                  <a:lnTo>
                    <a:pt x="274574" y="1006602"/>
                  </a:lnTo>
                  <a:lnTo>
                    <a:pt x="0" y="1006602"/>
                  </a:lnTo>
                  <a:lnTo>
                    <a:pt x="274574" y="503301"/>
                  </a:lnTo>
                  <a:close/>
                </a:path>
              </a:pathLst>
            </a:custGeom>
            <a:solidFill>
              <a:srgbClr val="2FBEB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248758" y="2875464"/>
            <a:ext cx="2896914" cy="2759640"/>
            <a:chOff x="0" y="0"/>
            <a:chExt cx="3862553" cy="3679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62578" cy="3679571"/>
            </a:xfrm>
            <a:custGeom>
              <a:avLst/>
              <a:gdLst/>
              <a:ahLst/>
              <a:cxnLst/>
              <a:rect r="r" b="b" t="t" l="l"/>
              <a:pathLst>
                <a:path h="3679571" w="386257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249295" y="0"/>
                  </a:lnTo>
                  <a:cubicBezTo>
                    <a:pt x="3588004" y="0"/>
                    <a:pt x="3862578" y="274574"/>
                    <a:pt x="3862578" y="613283"/>
                  </a:cubicBezTo>
                  <a:lnTo>
                    <a:pt x="3862578" y="3066288"/>
                  </a:lnTo>
                  <a:cubicBezTo>
                    <a:pt x="3862578" y="3404997"/>
                    <a:pt x="3588004" y="3679571"/>
                    <a:pt x="324929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769DC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512077" y="3233404"/>
            <a:ext cx="2356561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DISCOVER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53254" y="4047477"/>
            <a:ext cx="2287934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Career paths are presented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07157" y="3774853"/>
            <a:ext cx="411804" cy="754971"/>
            <a:chOff x="0" y="0"/>
            <a:chExt cx="549072" cy="1006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021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21">
                  <a:moveTo>
                    <a:pt x="0" y="0"/>
                  </a:moveTo>
                  <a:lnTo>
                    <a:pt x="274574" y="0"/>
                  </a:lnTo>
                  <a:lnTo>
                    <a:pt x="549021" y="503301"/>
                  </a:lnTo>
                  <a:lnTo>
                    <a:pt x="274574" y="1006602"/>
                  </a:lnTo>
                  <a:lnTo>
                    <a:pt x="0" y="1006602"/>
                  </a:lnTo>
                  <a:lnTo>
                    <a:pt x="274574" y="503301"/>
                  </a:lnTo>
                  <a:close/>
                </a:path>
              </a:pathLst>
            </a:custGeom>
            <a:solidFill>
              <a:srgbClr val="2FBEB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749082" y="2875464"/>
            <a:ext cx="2896914" cy="2759640"/>
            <a:chOff x="0" y="0"/>
            <a:chExt cx="3862553" cy="3679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2578" cy="3679571"/>
            </a:xfrm>
            <a:custGeom>
              <a:avLst/>
              <a:gdLst/>
              <a:ahLst/>
              <a:cxnLst/>
              <a:rect r="r" b="b" t="t" l="l"/>
              <a:pathLst>
                <a:path h="3679571" w="386257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3249295" y="0"/>
                  </a:lnTo>
                  <a:cubicBezTo>
                    <a:pt x="3588004" y="0"/>
                    <a:pt x="3862578" y="274574"/>
                    <a:pt x="3862578" y="613283"/>
                  </a:cubicBezTo>
                  <a:lnTo>
                    <a:pt x="3862578" y="3066288"/>
                  </a:lnTo>
                  <a:cubicBezTo>
                    <a:pt x="3862578" y="3404997"/>
                    <a:pt x="3588004" y="3679571"/>
                    <a:pt x="324929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769DC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012391" y="3233404"/>
            <a:ext cx="2356561" cy="56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769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053567" y="4047477"/>
            <a:ext cx="2287934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views skills &amp; next steps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4116" y="6861458"/>
            <a:ext cx="15191051" cy="13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For the live demo: show the assessment → submit answers → display personalized career results → open one career to show the roadmap.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Why Not Just Use ChatGPT?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459384"/>
            <a:ext cx="15328316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CareerPath AI is focused specifically on structured student career exploration.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It guides the student through a consistent assessment instead of relying only on an open-ended chat.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The output is organized around career matches, reasons and actionable next steps.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The platform can turn the assessment into a repeatable career-discovery workflow.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ChatGPT can answer career questions; CareerPath AI is designed as a dedicated career-exploration experience.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7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420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Impact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6842" y="2459384"/>
            <a:ext cx="15328316" cy="655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Help students understand their options before committing to a career direction.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Reduce information overload by presenting personalized choices.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Encourage skill-based career planning rather than choosing only by job title.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Future: connect recommendations to verified courses, projects, internships and job-market information.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32832"/>
                </a:solidFill>
                <a:latin typeface="Calibri (MS)"/>
                <a:ea typeface="Calibri (MS)"/>
                <a:cs typeface="Calibri (MS)"/>
                <a:sym typeface="Calibri (MS)"/>
              </a:rPr>
              <a:t>• Future: progress tracking, mentor support and improved personalization with user feedback.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203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568176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Live Demo &amp; 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764" y="1576664"/>
            <a:ext cx="15877384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CareerPath AI — from self-discovery to a personalized career path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116" y="3059992"/>
            <a:ext cx="15191051" cy="279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6"/>
              </a:lnSpc>
            </a:pPr>
            <a:r>
              <a:rPr lang="en-US" sz="7205" b="true">
                <a:solidFill>
                  <a:srgbClr val="2FBEB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</a:t>
            </a:r>
          </a:p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https://careerpath-ai-7842.ai.studio</a:t>
            </a:r>
          </a:p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6244" y="9684963"/>
            <a:ext cx="777992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46C7D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DAHW-POlWRU</dc:identifier>
  <dcterms:modified xsi:type="dcterms:W3CDTF">2011-08-01T06:04:30Z</dcterms:modified>
  <cp:revision>1</cp:revision>
  <dc:title>CareerPath_AI_Hackathon_Presentation.pptx</dc:title>
</cp:coreProperties>
</file>